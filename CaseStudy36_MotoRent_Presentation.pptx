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7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548640"/>
            <a:ext cx="4572000" cy="1463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0" y="640080"/>
            <a:ext cx="40233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MotoRent: Scooter &amp;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 Rental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Anurag Kharke &amp; Jeff Bezos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150096725100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Problem Statement</a:t>
            </a:r>
            <a:pPr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ct val="18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Our Solution</a:t>
            </a:r>
            <a:pPr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ct val="18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Working (Method)</a:t>
            </a:r>
            <a:pPr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ct val="18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Slides (excluding Thank-you and Introduction slide) should not be more than 4.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38404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 Presence</a:t>
            </a:r>
            <a:endParaRPr lang="en-US" sz="1600" dirty="0"/>
          </a:p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vacation rental operators in Goa, Manali, Jaipur have no website — tourists rely on walk-ins or phone calls with no way to compare vehicles or pricing beforehand.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License Verification</a:t>
            </a:r>
            <a:endParaRPr lang="en-US" sz="1600" dirty="0"/>
          </a:p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standard process to verify if a tourist holds a valid driving license for the vehicle class they want to rent, creating safety and legal risks.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User Experience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catalog, comparison table, or transparent pricing, tourists cannot make informed decisions — leading to overcharging and dissatisfaction.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38404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vehicles.html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catalog with 8 bikes/scooters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JS filtering (All/Scooters/Bikes)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comparison table with hover effects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Included: helmet, fuel, insurance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pricing: Daily/Weekly/Monthly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verification.html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verification form (JS)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DL format validation (regex)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18+ check, phone, email validation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green/red border feedback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with Booking ID / Failure alert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38404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Working (Method)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1463040" cy="1371600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structure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&amp; Tables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37944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174B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29968" y="1280160"/>
            <a:ext cx="1463040" cy="1371600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9" name="Text 7"/>
          <p:cNvSpPr/>
          <p:nvPr/>
        </p:nvSpPr>
        <p:spPr>
          <a:xfrm>
            <a:off x="2029968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29968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layout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table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152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174B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94176" y="1280160"/>
            <a:ext cx="1463040" cy="1371600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13" name="Text 11"/>
          <p:cNvSpPr/>
          <p:nvPr/>
        </p:nvSpPr>
        <p:spPr>
          <a:xfrm>
            <a:off x="3694176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94176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Filtering, Validation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rendering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174B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58384" y="1280160"/>
            <a:ext cx="1463040" cy="1371600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17" name="Text 15"/>
          <p:cNvSpPr/>
          <p:nvPr/>
        </p:nvSpPr>
        <p:spPr>
          <a:xfrm>
            <a:off x="5358384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58384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for DL, Phone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&amp; Expiry check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0568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174B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22592" y="1280160"/>
            <a:ext cx="1463040" cy="1371600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21" name="Text 19"/>
          <p:cNvSpPr/>
          <p:nvPr/>
        </p:nvSpPr>
        <p:spPr>
          <a:xfrm>
            <a:off x="7022592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22592" y="1783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ID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Error display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Semantic forms, tables, catalog structure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8221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Grid, Flexbox, variables, comparison table styling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1696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(ES6)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DOM manipulation, regex, event listeners, filtering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5171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Outfit (display) + Space Mono (monospace)</a:t>
            </a:r>
            <a:endParaRPr lang="en-US" sz="12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38404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A1174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complete two-page rental website using only HTML, CSS &amp; JS</a:t>
            </a:r>
            <a:endParaRPr lang="en-US" sz="15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catalog with dynamic filtering, comparison table &amp; pricing</a:t>
            </a:r>
            <a:endParaRPr lang="en-US" sz="15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license verification with regex, age check &amp; real-time feedback</a:t>
            </a:r>
            <a:endParaRPr lang="en-US" sz="15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dark-themed UI with CSS Grid, Flexbox &amp; hover animations</a:t>
            </a:r>
            <a:endParaRPr lang="en-US" sz="15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frameworks needed — runs on any browser with zero setup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1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database for real bookings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 integration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GPS-based vehicle availability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 with rental history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38404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117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548640"/>
            <a:ext cx="4572000" cy="1463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0" y="640080"/>
            <a:ext cx="40233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Anurag Kharke &amp; Jeff Bezos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150096725100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2025–29  |  HTML-5, CSS, JavaScript  |  Semester II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MotoRent: Scooter &amp; Bike Rental</dc:title>
  <dc:subject>PptxGenJS Presentation</dc:subject>
  <dc:creator>Anurag Kharke</dc:creator>
  <cp:lastModifiedBy>Anurag Kharke</cp:lastModifiedBy>
  <cp:revision>1</cp:revision>
  <dcterms:created xsi:type="dcterms:W3CDTF">2026-03-11T22:40:45Z</dcterms:created>
  <dcterms:modified xsi:type="dcterms:W3CDTF">2026-03-11T22:40:45Z</dcterms:modified>
</cp:coreProperties>
</file>